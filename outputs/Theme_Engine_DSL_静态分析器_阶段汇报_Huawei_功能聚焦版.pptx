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924a48d1b4658" /><Relationship Type="http://schemas.openxmlformats.org/officeDocument/2006/relationships/extended-properties" Target="/docProps/app.xml" Id="Re8be97bc22a64c7b" /><Relationship Type="http://schemas.openxmlformats.org/officeDocument/2006/relationships/officeDocument" Target="/ppt/presentation.xml" Id="R9a88495ab20d41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75430045a45a5"/>
  </p:sldMasterIdLst>
  <p:notesMasterIdLst>
    <p:notesMasterId xmlns:r="http://schemas.openxmlformats.org/officeDocument/2006/relationships" r:id="Re705462121b34385"/>
  </p:notesMasterIdLst>
  <p:sldIdLst>
    <p:sldId xmlns:r="http://schemas.openxmlformats.org/officeDocument/2006/relationships" id="256" r:id="R122d04f03ce74f5a"/>
    <p:sldId xmlns:r="http://schemas.openxmlformats.org/officeDocument/2006/relationships" id="257" r:id="R1519331f69be4712"/>
    <p:sldId xmlns:r="http://schemas.openxmlformats.org/officeDocument/2006/relationships" id="258" r:id="Rcf12ca85d2e747d8"/>
    <p:sldId xmlns:r="http://schemas.openxmlformats.org/officeDocument/2006/relationships" id="259" r:id="Raa2ed4a805e04259"/>
    <p:sldId xmlns:r="http://schemas.openxmlformats.org/officeDocument/2006/relationships" id="260" r:id="R0bf08a28a55b44a3"/>
    <p:sldId xmlns:r="http://schemas.openxmlformats.org/officeDocument/2006/relationships" id="261" r:id="R1ef6763a64f248ac"/>
    <p:sldId xmlns:r="http://schemas.openxmlformats.org/officeDocument/2006/relationships" id="262" r:id="R1cea0feac0da4c27"/>
    <p:sldId xmlns:r="http://schemas.openxmlformats.org/officeDocument/2006/relationships" id="263" r:id="R5ed3001b04d7407e"/>
    <p:sldId xmlns:r="http://schemas.openxmlformats.org/officeDocument/2006/relationships" id="264" r:id="R684924c897fa483a"/>
    <p:sldId xmlns:r="http://schemas.openxmlformats.org/officeDocument/2006/relationships" id="265" r:id="R9cc008b807ab4d32"/>
    <p:sldId xmlns:r="http://schemas.openxmlformats.org/officeDocument/2006/relationships" id="266" r:id="R58cbb296fd52438b"/>
    <p:sldId xmlns:r="http://schemas.openxmlformats.org/officeDocument/2006/relationships" id="267" r:id="R002696acf02043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c0b7b831bd4edd" /><Relationship Type="http://schemas.openxmlformats.org/officeDocument/2006/relationships/slideMaster" Target="/ppt/slideMasters/slideMaster1.xml" Id="Rcea75430045a45a5" /><Relationship Type="http://schemas.openxmlformats.org/officeDocument/2006/relationships/notesMaster" Target="/ppt/notesMasters/notesMaster1.xml" Id="Re705462121b34385" /><Relationship Type="http://schemas.openxmlformats.org/officeDocument/2006/relationships/presProps" Target="/ppt/presProps.xml" Id="Rf19c74ba80b442d6" /><Relationship Type="http://schemas.openxmlformats.org/officeDocument/2006/relationships/tableStyles" Target="/ppt/tableStyles.xml" Id="R652c236eee154a0b" /><Relationship Type="http://schemas.openxmlformats.org/officeDocument/2006/relationships/slide" Target="/ppt/slides/slide1.xml" Id="R122d04f03ce74f5a" /><Relationship Type="http://schemas.openxmlformats.org/officeDocument/2006/relationships/slide" Target="/ppt/slides/slide2.xml" Id="R1519331f69be4712" /><Relationship Type="http://schemas.openxmlformats.org/officeDocument/2006/relationships/slide" Target="/ppt/slides/slide3.xml" Id="Rcf12ca85d2e747d8" /><Relationship Type="http://schemas.openxmlformats.org/officeDocument/2006/relationships/slide" Target="/ppt/slides/slide4.xml" Id="Raa2ed4a805e04259" /><Relationship Type="http://schemas.openxmlformats.org/officeDocument/2006/relationships/slide" Target="/ppt/slides/slide5.xml" Id="R0bf08a28a55b44a3" /><Relationship Type="http://schemas.openxmlformats.org/officeDocument/2006/relationships/slide" Target="/ppt/slides/slide6.xml" Id="R1ef6763a64f248ac" /><Relationship Type="http://schemas.openxmlformats.org/officeDocument/2006/relationships/slide" Target="/ppt/slides/slide7.xml" Id="R1cea0feac0da4c27" /><Relationship Type="http://schemas.openxmlformats.org/officeDocument/2006/relationships/slide" Target="/ppt/slides/slide8.xml" Id="R5ed3001b04d7407e" /><Relationship Type="http://schemas.openxmlformats.org/officeDocument/2006/relationships/slide" Target="/ppt/slides/slide9.xml" Id="R684924c897fa483a" /><Relationship Type="http://schemas.openxmlformats.org/officeDocument/2006/relationships/slide" Target="/ppt/slides/slide10.xml" Id="R9cc008b807ab4d32" /><Relationship Type="http://schemas.openxmlformats.org/officeDocument/2006/relationships/slide" Target="/ppt/slides/slide11.xml" Id="R58cbb296fd52438b" /><Relationship Type="http://schemas.openxmlformats.org/officeDocument/2006/relationships/slide" Target="/ppt/slides/slide12.xml" Id="R002696acf020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751ac20dbb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4ea80a7ef4453e" /><Relationship Type="http://schemas.openxmlformats.org/officeDocument/2006/relationships/notesMaster" Target="/ppt/notesMasters/notesMaster1.xml" Id="R7509b2f973f04c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ce55ec12742ff" /><Relationship Type="http://schemas.openxmlformats.org/officeDocument/2006/relationships/notesMaster" Target="/ppt/notesMasters/notesMaster1.xml" Id="R1bec38133e55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f7b6bf9b54ba2" /><Relationship Type="http://schemas.openxmlformats.org/officeDocument/2006/relationships/notesMaster" Target="/ppt/notesMasters/notesMaster1.xml" Id="Rd637c392cbea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452bd10ac4e99" /><Relationship Type="http://schemas.openxmlformats.org/officeDocument/2006/relationships/notesMaster" Target="/ppt/notesMasters/notesMaster1.xml" Id="R672444a85b74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d2611c06642b0" /><Relationship Type="http://schemas.openxmlformats.org/officeDocument/2006/relationships/notesMaster" Target="/ppt/notesMasters/notesMaster1.xml" Id="Rc83eb45fdf7642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76c47fbc2d410c" /><Relationship Type="http://schemas.openxmlformats.org/officeDocument/2006/relationships/notesMaster" Target="/ppt/notesMasters/notesMaster1.xml" Id="R59730e425b7c49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fc477aca524ec9" /><Relationship Type="http://schemas.openxmlformats.org/officeDocument/2006/relationships/notesMaster" Target="/ppt/notesMasters/notesMaster1.xml" Id="Rdad89439f541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2f804f68a7487f" /><Relationship Type="http://schemas.openxmlformats.org/officeDocument/2006/relationships/notesMaster" Target="/ppt/notesMasters/notesMaster1.xml" Id="R5260ebc0b5a1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99087f46be4c0c" /><Relationship Type="http://schemas.openxmlformats.org/officeDocument/2006/relationships/notesMaster" Target="/ppt/notesMasters/notesMaster1.xml" Id="R5a1005e6ca09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28f87704747d2" /><Relationship Type="http://schemas.openxmlformats.org/officeDocument/2006/relationships/notesMaster" Target="/ppt/notesMasters/notesMaster1.xml" Id="Rd122570b95ff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c2831e6b5e4616" /><Relationship Type="http://schemas.openxmlformats.org/officeDocument/2006/relationships/notesMaster" Target="/ppt/notesMasters/notesMaster1.xml" Id="R53363a60999148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ff8aef6911442f" /><Relationship Type="http://schemas.openxmlformats.org/officeDocument/2006/relationships/notesMaster" Target="/ppt/notesMasters/notesMaster1.xml" Id="Rbdf2b7f15276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【0:00–0:25】开场</a:t>
            </a:r>
          </a:p>
          <a:p xmlns:a="http://schemas.openxmlformats.org/drawingml/2006/main">
            <a:r>
              <a:t>今天不从发布门禁讲起，而是直接回答三件事：已经实现了什么、数据如何在 Core/CLI/Editor/LSP 中流动、如何用真实 fixture 现场看到效果。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本轮还把此前 10 个过期测试断言全部同步，完整测试恢复为 777/777。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转场：先看当前已经形成的整体能力。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【0:25–1:15】整体能力</a:t>
            </a:r>
          </a:p>
          <a:p xmlns:a="http://schemas.openxmlformats.org/drawingml/2006/main">
            <a:r>
              <a:t>当前不是几个零散模块，而是一个共享分析内核和三种适配方式。Core 已完成文件识别、规则/函数、AST、表达式、符号表、9 类 Analyzer 和 FixAction 模型。CLI 与 Editor/PSI 在 main；LSP 是独立并行线。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main 的完整测试现在是 71 个 suite、777 个用例全部通过；真实 JAR 对 e2e-pipeline 目录输出 33 个 error、1 个 warning。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转场：下面沿一条真实数据流看每个对象如何产生。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【1:15–2:10】端到端数据流</a:t>
            </a:r>
          </a:p>
          <a:p xmlns:a="http://schemas.openxmlformats.org/drawingml/2006/main">
            <a:r>
              <a:t>第一步识别文件，并加载规则和函数；第二步用 StAX 构建独立 DslFileNode，同时把表达式属性解析成表达式 AST；第三步构建符号表和作用域；第四步由 9 类 Analyzer 与表达式检查器生成统一 Diagnostic，并附加 FixAction；最后才由 CLI、Editor 或 LSP 转成各自的呈现。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 alpha=999 会命中规则范围，生成 SEM-ATTR-001，同一条诊断在 Editor 是红线，在 CLI 是终端/JSON/Markdown，并带“设置为 0–255”的建议。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转场：Core 内部已经落地了哪些具体能力？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【2:10–3:00】Core 实现</a:t>
            </a:r>
          </a:p>
          <a:p xmlns:a="http://schemas.openxmlformats.org/drawingml/2006/main">
            <a:r>
              <a:t>M0 到 M5 已形成主体：两套 grammar、函数签名库、双重文件识别、数据驱动规则库、StAX AST、符号表、9 类 Analyzer 和 6 类 FixAction generator。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 fixture 不只是数字：alpha=999 触发范围约束；sin('1') 触发函数参数类型；重复变量每个声明都定位；-#base_val 触发表达式语法；Layer 放在 Widget 下会同时得到 nesting 与 scope 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转场：这些对象在 CLI 中已经形成可直接使用的完整交付。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【3:00–4:00】CLI</a:t>
            </a:r>
          </a:p>
          <a:p xmlns:a="http://schemas.openxmlformats.org/drawingml/2006/main">
            <a:r>
              <a:t>CLI 已支持单文件与目录、配置文件、自定义规则目录、三种输出、写文件和退出码。这里展示的不是示意数据，而是 widget_multi_violation.xml 的真实输出。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Terminal 面向本地开发，直接给出位置、ruleId 和修复建议；JSON 保留 severity、line、col、ruleId、message、suggestedFixes 与 summary；Markdown 按严重度分组并生成汇总表。三种格式来自同一 Diagnostic，因此可以做一致性断言。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转场：同一 Core 在 Editor 中变成即时输入与定位体验。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【4:00–5:05】Editor/PSI</a:t>
            </a:r>
          </a:p>
          <a:p xmlns:a="http://schemas.openxmlformats.org/drawingml/2006/main">
            <a:r>
              <a:t>main 上的 Editor 不是空壳：它先用 XML PSI 接管 script.xml 与 script_*.xml，再对表达式属性做语言注入，提供标签、属性、枚举、函数和变量补全；悬浮文档覆盖标签、属性、函数与变量；Annotator 把 Core Diagnostic 映射回 XmlTag 或 XmlAttribute；变量还支持跳转、Find Usages 和 Rename。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现场可以复制 lockscreen_type_and_ref.xml 到独立 demo 目录并改名 script_type_and_ref.xml，展示重复声明、未定义引用和 alpha 越界的红线，再演示 Ctrl+Click 与 Rename。函数库尚未进入 Editor 的诊断 Repository，因此函数类型诊断现场以 CLI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转场：另一条并行路线通过标准协议复用同一 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【5:05–5:55】LSP</a:t>
            </a:r>
          </a:p>
          <a:p xmlns:a="http://schemas.openxmlformats.org/drawingml/2006/main">
            <a:r>
              <a:t>LSP 是独立并行探索。分支已经有 standalone server 和 IntelliJ client：编辑器通过 stdio JSON-RPC 发送全文，server 以 300ms debounce 调用同一 Core，再发布 diagnostics；补全、Hover、semantic tokens 和配置热更新也已存在。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它的价值是把 Core 扩展到 VS Code、Neovim 等客户端。下一步集中在 codeAction、标准 definition/references/rename、增量同步与协议级集成测试，而不是替代 main 上的 Editor。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转场：下面说明当前 777 个测试到底覆盖了哪些层面。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【5:55–7:05】测试覆盖</a:t>
            </a:r>
          </a:p>
          <a:p xmlns:a="http://schemas.openxmlformats.org/drawingml/2006/main">
            <a:r>
              <a:t>777 个测试现在全部通过。按功能域看，304 个覆盖批处理、报告与 CLI；154 个覆盖文件、AST 与表达式；140 个覆盖语义、类型与引用；111 个覆盖规则、函数和 Rule DSL；其余覆盖 FixAction、共享模型和 Editor lexer。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更重要的是层次：底层组件测试验证算法；集成测试使用真实规则与函数贯通 AST、符号表、诊断和修复；Pipeline 19 个与 CliMain 34 个 E2E 验证三格式、退出码、非 DSL 过滤和配置；fixture 再覆盖真实组合场景。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当前明显薄弱的是 Editor 平台级测试，以及 LSP client 与协议级 E2E。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转场：用五组 fixture 可以把这些层面现场串起来。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【7:05–8:25】现场演示</a:t>
            </a:r>
          </a:p>
          <a:p xmlns:a="http://schemas.openxmlformats.org/drawingml/2006/main">
            <a:r>
              <a:t>建议四步走。第一，clean 样例先证明没有误报：Editor 显示 sin(0) 与 #hour24 着色，CLI 返回 0。第二，wallpaper 样例展示同一条诊断如何进入 Terminal、JSON 和 Markdown，重点看 error/warning、ruleId、line/col 和 suggestedFixes。第三，把 type/ref fixture 复制并改名 script_type_and_ref.xml，在 Editor 展示重复声明、未定义引用、跳转和 Rename。第四，用 expression_syntax_errors 收尾，展示 -#var、精度、引号、花括号与 ANTLR 混合诊断。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这些命令直接跑现有 Fat JAR，不需要重新构建 adaptor 或 plugin。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转场：下一阶段应继续补用户可见功能、性能与覆盖深度。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【8:25–9:35】未来方向</a:t>
            </a:r>
          </a:p>
          <a:p xmlns:a="http://schemas.openxmlformats.org/drawingml/2006/main">
            <a:r>
              <a:t>功能上，优先把结构 SyntaxChecker、生产 FixAction 初始化、Editor Quick Fix/ToolWindow、CLI 参数语义和 Editor 函数类型一致性做实。LSP 继续补 codeAction、标准导航/重命名和多客户端能力。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性能上先建立可重复基线，再做 Editor 后台/增量、表达式与 AST 缓存、LSP 增量同步和真实编辑延迟。扩展性上推进规则/函数热更新、Analyzer 与 generator 自动发现、规则编辑 UI。测试上重点补 IntelliJ 平台级行为、LSP 协议/client E2E、跨端契约、真实仓和性能回归。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这些方向按价值和依赖排序，不限定几周内完成。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转场：最后收束当前阶段的技术判断。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【附录】模块状态</a:t>
            </a:r>
          </a:p>
          <a:p xmlns:a="http://schemas.openxmlformats.org/drawingml/2006/main">
            <a:r>
              <a:t>该表把设计文档与生产代码分开：M0–M2、M4 主体和 M7 已形成；M3 的结构语法、M5 的生产初始化、M6 的交互 UI 仍需继续；M8 基础导航已存在，但实现方式与文档的统一 PSI Adapter 不同；LSP 单独记录为进行中。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【附录】证据与文档</a:t>
            </a:r>
          </a:p>
          <a:p xmlns:a="http://schemas.openxmlformats.org/drawingml/2006/main">
            <a:r>
              <a:t>10 个失败已通过四个测试文件完成策略同步，定向 84 个测试与完整 777 个测试均全绿。真实 JAR 的 E2E 和三格式输出也已复现。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文档需要重点修正 SAX/StAX、统一 PSI Adapter、CLI 模式/参数语义、Quick Fix/ToolWindow 完成度以及 LSP 能力与路线口径。详细矩阵已经写入当前阶段开发总结 Markdown。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f84e6f75d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1447b83cf4a0a" /><Relationship Type="http://schemas.openxmlformats.org/officeDocument/2006/relationships/slideLayout" Target="/ppt/slideLayouts/slideLayout1.xml" Id="Rc3f378cef67448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378cef67448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fb8171f848ee" /><Relationship Type="http://schemas.openxmlformats.org/officeDocument/2006/relationships/notesSlide" Target="/ppt/notesSlides/notesSlide1.xml" Id="R08346709e06b46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3b0a98b0a42e0" /><Relationship Type="http://schemas.openxmlformats.org/officeDocument/2006/relationships/notesSlide" Target="/ppt/notesSlides/notesSlide2.xml" Id="R11e0243770fe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317619d6e44ba" /><Relationship Type="http://schemas.openxmlformats.org/officeDocument/2006/relationships/notesSlide" Target="/ppt/notesSlides/notesSlide3.xml" Id="R9350bef36d454c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3a68cc75b41ad" /><Relationship Type="http://schemas.openxmlformats.org/officeDocument/2006/relationships/notesSlide" Target="/ppt/notesSlides/notesSlide4.xml" Id="R0c4b211d1bc1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b4f6f7b0c4292" /><Relationship Type="http://schemas.openxmlformats.org/officeDocument/2006/relationships/notesSlide" Target="/ppt/notesSlides/notesSlide5.xml" Id="R5b45d0cc147843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8ea8cd5df4884" /><Relationship Type="http://schemas.openxmlformats.org/officeDocument/2006/relationships/notesSlide" Target="/ppt/notesSlides/notesSlide6.xml" Id="Rdac92bf2b50e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822b333994792" /><Relationship Type="http://schemas.openxmlformats.org/officeDocument/2006/relationships/notesSlide" Target="/ppt/notesSlides/notesSlide7.xml" Id="R2e60fd63cbdf46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a501532fc40ef" /><Relationship Type="http://schemas.openxmlformats.org/officeDocument/2006/relationships/notesSlide" Target="/ppt/notesSlides/notesSlide8.xml" Id="R6a5995b17d044e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674faabe545e3" /><Relationship Type="http://schemas.openxmlformats.org/officeDocument/2006/relationships/notesSlide" Target="/ppt/notesSlides/notesSlide9.xml" Id="Re2277a519d4043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a2c3de880455e" /><Relationship Type="http://schemas.openxmlformats.org/officeDocument/2006/relationships/notesSlide" Target="/ppt/notesSlides/notesSlide10.xml" Id="R93e61aed0e1146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2238f2749448f" /><Relationship Type="http://schemas.openxmlformats.org/officeDocument/2006/relationships/notesSlide" Target="/ppt/notesSlides/notesSlide11.xml" Id="R5b783b8450df4c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ab0887d654b9a" /><Relationship Type="http://schemas.openxmlformats.org/officeDocument/2006/relationships/notesSlide" Target="/ppt/notesSlides/notesSlide12.xml" Id="R1687589646ad4e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2B4CA-1B55-4C59-9D3D-436E3EA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695C4-ED0D-4574-858E-CECFC5B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1490B-915A-4F59-A02D-BF3EDFD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技术阶段汇报 · 10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D8F03-BFDD-412B-A328-5E5976B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Theme Engine DSL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静态分析器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1E0C2-2E65-450F-A9B3-3510308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功能落地、端到端链路与实际演示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0BE57-0F32-48BB-8F60-79BB4B6A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190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A81AE-27D8-4AF4-86E0-8A9247B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21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834AC-7841-40B4-B348-F1C3973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B6A30-5DCC-4D43-B579-DC9B669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 · AST · 诊断 · 修复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CC7A8-AA89-462D-8F00-C1DF6D01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67AB-1162-4812-8787-ECD6A918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683F6-2906-46F7-A42B-AAF5D32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 · 三格式报告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79210-ECDB-4B7D-8927-240D91A9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C70D9-5C30-4088-8171-6E61D079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EDITOR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7C58E-DD3C-4F40-A0DD-7FF0311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补全 · 诊断 · 导航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63336-6E1C-48D2-AE73-4B6D5E8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A550F-468C-4A37-A57F-79B176FD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LSP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DE2F6-84DF-408C-9369-AD693E7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独立协议链路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8ACF0-035F-4A2A-A818-CF2B569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Huawei · 技术骨干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122DD-775D-4A64-97E8-7CD24B0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main@e9e9bcd · 777/777 · 2026-07-14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DAAD1-7D9E-4180-AC5B-1FD724B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34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1938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91A14-278F-4908-83F2-9265556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C7657-2EFC-483F-BDC5-8257F504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项目已形成共享 Core、两类主线交付与一条 LSP 并行线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64517-8B29-44D1-A3EC-DDFE36E1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DECCE-8118-413E-BD8B-B990A84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B5880-A222-40E9-9D0F-82C89D7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一个分析内核，多种使用方式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EF7E4-0335-41E7-90F1-3EBDD25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规则与函数进入同一 AST/诊断模型，CLI、Editor 与 LSP 只负责不同的输入输出适配。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2420A-DC70-414D-9260-7B0A9FDF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Core · 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DFDC6-17DD-451F-88DA-4D614C13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E8F3EC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已形成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4BEE-2246-43E6-BA65-A7B7B638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文件识别、116 规则、StAX AST、表达式、符号表、9 类 Analyzer、FixAction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3B5D0-F002-437E-80B8-F734413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BD2B1-9689-48B1-B8D8-96F33BB2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CLI ·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9484A-87D0-4CC3-8DDE-61B6A0E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FCE8E9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70910-E88C-4C82-9D2E-57151BF1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单文件/目录、配置与规则目录、Terminal/JSON/Markdown、退出码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73370-D713-4ABA-B592-9D154201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C7128-4804-4380-BBE3-DEEB9D3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Editor/PSI · 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556DC-AB8C-451F-808C-E1E01F6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00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已集成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05D86-AA11-41CE-B07D-D7CDD523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标签/属性/表达式补全、高亮、文档、实时诊断、跳转、Find Usages、Rename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3DA2D-2BFF-4913-A194-0D4BC01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79F3C-8840-4DC9-8D44-3761D0B6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LSP · parallel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71170-1844-49BE-A99A-4E5763A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00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FFAB1-7040-4D74-9493-BE878405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独立 server、诊断、补全、Hover、semantic tokens、配置热更新、IntelliJ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26EE5-90E6-4C81-A9B8-06D417A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05035-A4A9-4E21-B69C-9781D16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34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63C26-3FF8-49F8-8D6D-65F196C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71 suites · 777 / 777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97CFB-FB7D-4B19-9EFB-5B92C62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Pipeline E2E 19/19 · CLI E2E 34/34 · e2e-pipeline 33E/1W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0DEF8-BEF8-4979-9277-1F36D75C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证据：main 代码、plugin.xml、origin/lsp-server、fresh Gradle tests 与 JAR fixture 扫描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B1D1C-A795-4ED1-BCF3-D7CB0F34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590019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39B57-0039-4547-B428-A789238F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1E51E-8917-4077-948D-8E754B85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 XML 到诊断与端侧呈现，核心数据对象只生成一次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7202A-11C0-4432-A65F-5E47BEF7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E4253-10F7-4B52-BF27-F7E3620E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C2F39-5E2D-4EA3-A19B-13D0FDA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93AA-4375-4FCD-BDBC-1037D65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6700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7F405-9D47-4750-9AA8-0A85A0F0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6700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DEE59-2B46-45B0-9CC0-8419A29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537E0-157A-43BD-8806-655FB32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F6AFC-E9A4-4679-9B04-38D57EA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7AB08-AB0A-44A9-AFBF-98709CF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DSL XML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C7BCB-27E9-4806-A70F-7C2E4039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script.xml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或目录批量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641E4-823A-4034-87A9-A762E1F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137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E47EB-C97D-4FDD-9C9E-99812FF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识别 + 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E2941-1B17-4F83-87E1-F69C235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.xml + 根标签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 / 函数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CD396-0379-4989-B606-CE346C6A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45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9552E-FE6E-4627-9094-5524165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StAX 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FD626-FB85-487E-8D56-DBD88F3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DslFileNode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嵌入表达式 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D242D-A1BC-4BF0-B188-BC5EB8C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DC95E-90DE-4CCB-8CBE-E631284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语义上下文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13E23-F67B-4FEF-ACD2-6D0295B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SymbolTable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scope / type / ref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2481C-847A-4A8C-9D8D-F6E6D40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60469-B71D-4014-9F07-20CF755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诊断与修复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B50C4-1E91-438B-A45E-7D07C688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 Analyzer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Expr checker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D124F-B0A7-429C-8EE1-A4083043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390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B43CB-71A9-4DEB-B49F-34E1E07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端侧输出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353D5-4EAB-4C07-BC69-81B21E2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CLI / Editor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LSP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3C455-F930-4BB7-A921-DA4AC06B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同一个 Diagnostic 模型贯穿三端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9D15C-229A-4393-89C2-5AA61BBE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591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D1674-ADB0-461E-9BAE-7096C5D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fixture 输入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2500C-3F3E-4AB0-8910-31F35682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alpha="999"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177573-98D1-4096-AE29-441049A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441E13-3755-4C54-B901-017CE3D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C5937-3763-4DCB-928F-EA2F9AF5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range 0..255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C357E-8438-4D20-A7A5-3379FDD5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57750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9286C0-7644-4CE6-9010-CEF8970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38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Diagnostic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B5176-6BAF-404C-9CBC-8160D56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CA5A5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CA5A5"/>
                </a:solidFill>
                <a:latin typeface="Consolas"/>
                <a:ea typeface="Consolas"/>
                <a:cs typeface="Consolas"/>
              </a:rPr>
              <a:t>SEM-ATTR-001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24DC3-A657-49F3-B867-214FE69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0A837-067D-4B88-900D-5CD00997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38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端侧呈现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72C4DD-2DD0-450A-8E89-1862ADC5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434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红线 / 报告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建议设为 0–255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17C852-B4EB-4552-970C-30BACED5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实现：CliMain → AstBuilder → SymbolTableBuilder → DiagnosticProvider → FixAction → adapter/output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FDF015-FD1F-4C91-BD83-515B620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360312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43EA90-5168-4BA9-8D4E-AECDF07D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2ABE7-654D-4289-8D91-295CA66F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Core 已把规则、表达式、语义与修复统一到同一诊断模型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ABDF-B182-4391-AAC3-37FB1BAA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5F011-E4D7-45CF-812F-FB5C74C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01271-CD4E-45CE-844D-109B0AE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实现主体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05962-E8CB-4496-B6F2-349D63A3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BD92-48F2-4857-9A07-BDFDE228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表达式 / 规则 DSL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6E36E-54D8-4624-9212-946CD5DA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859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 套 ANTLR grammar；40 个函数签名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6353C-BC67-4898-BB79-9579C1D3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AC09A-6724-4684-BD9C-8B187F82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M1–M2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2BE12-EE85-4829-8376-EF678BF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文件识别 / 规则库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8F279-727E-487E-9510-7BB61616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双重识别；116 元素、58 全局变量、75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A36C8-E335-46F3-933C-F032C56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F2A77-E0ED-4D61-B892-402EBBF5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1FFCF-8A90-4C78-A442-7A9874D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独立 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CF890-9D50-4651-B2D6-6633CF1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安全 StAX；行列范围；嵌入表达式 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3D164-311D-4EAE-9429-0F9362A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E67EB-C1E6-41E0-B94D-EAF175F9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3C408-BE18-49B6-AF9F-F1609353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语义 / 类型 / 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2EC90-419B-4F76-A469-38B4E01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433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9类 Analyzer；type / ref / scope / nest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81C15-2EA9-4549-AEDA-807685DF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A1DBD-21F5-40E7-940B-41D92056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52EC1-0322-4CE7-B031-EA38932E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修复模型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DBC92-B0E9-423F-95CD-9481442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291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6类 generator；suggestedFixes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99663-BA33-4F52-A4DC-F07C1025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67031-1A09-4EC1-A70B-F6D7CB20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真实 fixture 中的典型命中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1AC1A-79D2-444C-95B8-A215F1D1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6E140-A711-4F13-ABB8-E6F3087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属性约束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177CC-FD5E-4C94-AEFB-AB035CC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alpha=999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F372C-482C-4EDB-8872-948C6D14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621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E000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8E0008"/>
                </a:solidFill>
                <a:latin typeface="Consolas"/>
                <a:ea typeface="Consolas"/>
                <a:cs typeface="Consolas"/>
              </a:rPr>
              <a:t>SEM-ATTR-001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8041F-E591-4D53-A8FD-D0A446C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限制到 0–255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E04D3-F458-4717-B898-6E92C7FF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8AB49-9C8E-4097-A1B1-4B9D4C6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函数类型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EE207-7D8D-4F86-A877-55A14619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sin('1')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531ED-0D27-4800-9CFB-B5D5F805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E000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8E0008"/>
                </a:solidFill>
                <a:latin typeface="Consolas"/>
                <a:ea typeface="Consolas"/>
                <a:cs typeface="Consolas"/>
              </a:rPr>
              <a:t>SEM-TYPE-002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AC3E9-0050-4DE4-91B0-FA374FB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参数应为 number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D07DD6-B2AF-402A-9FD7-7363642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64C95F-C357-44B5-B16E-6786C993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引用 / 声明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83151D-1CDF-44B6-9AEF-932A74A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dup_var ×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68DE94-562F-4FA3-922E-52ED09C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E000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8E0008"/>
                </a:solidFill>
                <a:latin typeface="Consolas"/>
                <a:ea typeface="Consolas"/>
                <a:cs typeface="Consolas"/>
              </a:rPr>
              <a:t>SEM-REF-003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5D64F5-A902-4C20-97C4-565CF192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每个重复声明均定位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1D1659-3650-4C61-A962-AAEE22F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E09EEA-9CB1-4B40-BE74-CAA557C2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9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表达式语法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AB7625-FBF8-4069-A0C6-3EA422D0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9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-#base_val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6A06B6-FD11-474C-AD1C-68AB3FD7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195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E000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8E0008"/>
                </a:solidFill>
                <a:latin typeface="Consolas"/>
                <a:ea typeface="Consolas"/>
                <a:cs typeface="Consolas"/>
              </a:rPr>
              <a:t>SYN-EXPR-001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1B210-AA8C-42E7-9DDF-0C0771FD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识别非法负号写法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A0023-8811-4882-9F7F-10A5C58F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383021-877C-4B72-BD4A-8C46FF5C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结构与作用域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2167F-97F6-4A6C-B216-D16D927B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05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Layer / Widget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9405B-8260-4EE4-B39E-89F9904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05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E0008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8E0008"/>
                </a:solidFill>
                <a:latin typeface="Consolas"/>
                <a:ea typeface="Consolas"/>
                <a:cs typeface="Consolas"/>
              </a:rPr>
              <a:t>SEM-NEST / SCOPE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90050E-0541-47A5-89E2-2E5F053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339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同时报告嵌套与位置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00EB57-9B1A-4F34-B9B3-6A95BBB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51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5B3558-D636-4287-8EEC-3B0AB8B6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结果：检测逻辑既可由 JSON constraint 扩展，也可由 Analyzer / FixActionGenerator 扩展。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741DC7-FE86-4BFB-8774-471918E8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证据：core/expression、rulelibrary、syntaxanalysis、semanticanalysis、quickfix 与真实 fixture 输出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69D199-B8AC-4EDE-97D1-FAFF57C4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463363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1D280-87BD-4F50-B2E5-2991775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116E3-822B-472C-AD5B-4473B0F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CLI 将同一诊断输出为 Terminal、JSON 与 Markdown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32B9E-AAAC-4B41-AF61-6EC1E464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79FB-6588-4FF9-9DB4-00771F8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EB250-A917-451D-BB9D-B76C0ECA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单文件 / 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0A6C5-E05A-404A-A44C-16EF9C5B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参数 + config + rule-dir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6F700-9719-4EED-A928-BE93B15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66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三格式 + output file + exit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511E2-9A3F-483B-9EF5-ED2B4726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示例：widget_multi_violation · 7E · exit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8A6E1-9147-42AA-B352-D99C894A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4FAB8-316B-44B8-924B-92584941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14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11-04B1-44E5-85E2-3DC28F6F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2D189-6200-4595-B4FE-7FAC5ED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TERMINAL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A7963-73F2-408D-8DE7-375208C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099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line 4:4  error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Button 必须包含 Trigger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[SEM-TRIG-002]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建议修复: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添加 Trigger 子元素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7 errors, 0 warnings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418FC-4706-438B-B3EC-7C0FAD5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40A7E-A006-4499-B909-8A55E52A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14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97A79-53E6-4B51-A0B5-F0012A3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A385E-EDF7-40F4-A7D2-B8F2E3C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3CEAF-F24F-4E64-A7A9-F5C11FC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30099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"severity": "error",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"line": 10,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"ruleId": "SEM-ATTR-001",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"message": "alpha值应在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0-255范围内",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"suggestedFixes": [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"设置alpha值在0-255范围内"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80AF3-DCA2-47CE-AA85-47CCD65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162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AB61E-CDE4-47F9-B1A0-0A6719F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D6EC1-F406-4D4F-AF41-EDC3C2C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77942-B411-4548-84DB-6755ED1F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MARKDOWN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82F7B-C888-4374-AF3E-0E77F01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2857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## Error 级别问题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**SEM-NEST-001**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line 7, col 5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Layer 的父元素 Widget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不在允许列表中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 File | Error | Warning |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 widget... | 7 | 0 |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A839E-5FD3-4942-913C-8593288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9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41712-AA59-4864-99C8-5A7D297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 ruleId / line / col / severity 在三格式间保持一致；JSON 适合集成，Markdown 适合评审，Terminal 适合本地定位。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2DAF3-FC20-490C-BF0D-15816604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真实输出：C:/Users/30991/AppData/Local/Temp/theme-dsl-demo-20260714/widget.{json,md}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4ADE5F-C705-49E5-9954-E6D6B0E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213296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ED611-40AA-48B1-AFFD-42C2659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EDITOR / PSI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C1810-9BBC-440D-A4F9-DE3E4673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Editor/PSI 已覆盖输入辅助、实时诊断、导航与重构基础体验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77224-B9E9-458A-8461-91029D6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C2D46-B8CA-4D54-B535-D49B27FB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D4BF-777D-4026-BB9E-2BB9909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EE1F0-2069-483A-9A5D-209FCE0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6215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AAA12-4F17-49F1-B52A-9EBBC5F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606D-9174-4A0C-88BC-A02C502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847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4465D-C3BB-406E-9893-2A84C60B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script*.xml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DD3F2-5E90-4733-B79B-5BAE017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FileType + XML PSI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3DAC3-217B-484A-864A-2913747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847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45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B848-3CDC-4A37-8FC7-54DE91E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表达式注入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B8F2B-0FA6-4D66-A39C-1B7D9AC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专用 lexer / 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6D18C-77FF-4105-B447-69C21FC9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1847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0CC02-EA29-4715-94D3-C22B8094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输入与诊断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86ADD-D817-4139-8777-40EE72A1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27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Completion / Docs / Annotators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553D8-DC78-447B-8053-38EB57B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0200"/>
            <a:ext cx="1847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655FB-2914-4900-83F2-3CD9CC25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代码理解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567E-DB00-46D7-9380-05E13DA2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75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Ctrl+Click / Find / Rename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BE96B-4C59-41FF-98DC-45FF794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524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F63D5-CFA5-4424-B5D6-6D58238F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52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33247-D774-4E07-8C45-28F68B0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295F7-515A-40A1-B4F2-111F1C8D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现场演示：script_type_and_ref.xml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553FC-2BF5-4288-8CC8-22A1E42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52197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04  &lt;Var name="dup_var" .../&gt;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05  &lt;Var name="dup_var" .../&gt;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^ SEM-REF-003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10  &lt;Image x="#undefined_var"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alpha="300"/&gt;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^ SEM-REF-001</a:t>
            </a:r>
          </a:p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^ SEM-ATTR-001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4EA25-8A5F-489F-AA8D-BDAA0F0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已实现的可见能力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74750-4014-4836-9711-5E413F30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229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标签、属性、枚举值补全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表达式函数、全局变量、用户变量补全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标签 / 属性 / 函数 / 变量悬浮文档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标签分类、表达式语义、Core 诊断三类 Annotator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变量跳转定义、Find Usages、Rename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按 PSI modificationStamp 缓存整文件分析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F3478-0286-4A12-BD81-D9F6E08C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4229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22505-B118-457F-BA51-3091C3E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76850"/>
            <a:ext cx="392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演示边界：函数类型诊断以 CLI 为准；Editor 当前确定展示 REF / ATTR / TYPE-003。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D3435-7465-4F35-AA92-FAB75A39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演示要求：复制 fixture 到独立目录并重命名为 script_*.xml；不要修改测试 fixture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BC625-E4C7-4C10-AA64-93D337CF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2872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CACA6-4BF9-4F3D-958B-52A0DC5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LSP · PARALLEL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97E8D-E229-43E2-BB10-30A477B1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LSP 已跑通标准协议链路，并继续扩展跨编辑器能力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621D5-B200-4B14-BCE2-355CC921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872B9-C503-4659-900C-2CB65BE1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FFF6E-BFDB-499B-8B51-EF7276DB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origin/lsp-server@864a233 · 独立开发，不影响 main 的 Editor/PSI 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6F1BD-3EA1-4767-8F08-F02E859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895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035DF-FD76-4B20-929E-894AB91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104900" cy="1714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22BE7-028F-49A4-B7EA-1EF7C24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E4AF-48C6-4121-B602-B8F1A48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457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BF227-3854-46CF-BF67-00C1335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Editor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410A5-D0E0-4A7D-94B0-CFEE5A75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Code / Neovim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IntelliJ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CA6C-9D5F-40AA-BF05-9F31690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8350"/>
            <a:ext cx="2419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BA0AB-1281-4569-8D54-23539CC7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stdio / JSON-RPC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70758-2A0E-4711-B512-58EAB0C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Full Sync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300ms debounce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17286-5307-4C94-AAC9-DB9F089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220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5C1AA-215E-48E0-BFDD-BEEC8A00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LSP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77891-E41D-4ED7-AA8F-4BC880F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198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DocumentService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Completion / Hover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SemanticTokens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81462-C7E6-4908-A3EB-641DCDA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85950"/>
            <a:ext cx="1200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1373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9D0C4-A4C2-4579-AFDB-2BE8B06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574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Shared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B396D-EC2A-4732-A60E-EEB9097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14600"/>
            <a:ext cx="97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AstBuilder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Diagnostics</a:t>
            </a:r>
          </a:p>
          <a:p xmlns:a="http://schemas.openxmlformats.org/drawingml/2006/main">
            <a:pPr algn="ctr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1F1BC-EDE8-4CB9-B6DC-7656FB1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分支内已实现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FF190-D519-4AC0-B085-4708E9D8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publishDiagnostics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元素 / 属性 completion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Tag hover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semantic tokens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配置热更新并重分析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IntelliJ client 启动、同步与渲染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2E31D-5B36-4083-A405-9F74533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继续扩展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B2F90-CF34-43CD-A0CE-812A9602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textDocument/codeAction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标准 definition / references / rename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增量同步与 AST 复用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多编辑器协议级集成测试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真实编辑延迟与大文件基线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4FA24-0E2A-4D3D-A403-2F96359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证据：origin/lsp-server:feature/lsp 与 plugin/lsp；本轮未执行该分支测试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DE3B9-ABAA-483F-81BF-1D0F4FF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176098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A1665-D68A-4A43-B4C9-79A59E8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TEST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699A1-B51C-47A3-82DB-2E14858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777 个测试贯通组件、集成与 CLI E2E；Editor/LSP 是下一重点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AA229-3508-49B7-99FE-D6C41432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F614B-204E-4B38-8FEC-91F9108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71EF-32E8-40A7-B65A-255376A3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71 suites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BF5A9-634C-4995-9C34-2D65CD1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777 / 777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4F3AD-7ACF-4401-997C-2A4C61F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 fail · 0 error · 0 skip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73600-1183-4CEB-9EFF-5A5D33E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批量 / 报告 /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BDC78-96FB-45AE-A60C-26D4C51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8ADCE-49E0-401A-A15F-A9A5D82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571C7-55A7-4D29-8B59-10833243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43E15-B0AA-4FF2-A6D2-A6A00C8E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文件 / AST / 表达式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94716-4C14-4B8E-B160-2BCD4BC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5FBFD-D09D-42AE-B829-FFA617D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53440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0055D-E322-4E49-99A7-638EBCFE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154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FEFA8-28A3-49DE-BC3B-842BD61F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语义 / 类型 / 引用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4A1F9-E2E9-45B7-8E65-5545BFE8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A2B4B-77AD-4C2F-93A9-3A74200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39491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909F4-2C60-422A-A592-BB499FAB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140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963FF-C76F-4657-8DD5-1E9CBB59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 / 函数 / Rule DSL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9A468-DB39-4085-8DE7-ED68253C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7AA89-4778-48E5-AD53-04D621A4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10596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208A4-4A39-4F1D-88C5-B4D71F6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111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EE4D8-C78F-427D-BAD3-7B75E2C7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FixAction / Shared / Editor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7D173-ABF0-4128-A545-E206E56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68CAA-A2DA-420C-AFE3-69425DE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6775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5EACF-F22A-4DE8-9208-0831863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1DF06-71C1-475A-9C50-ACC2A411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测试分层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0CF8B-61D3-4E53-8DDE-2D4A5A8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34AEF-F4B4-437E-9AEF-FF931F7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E8CB6E-38D6-4543-ADCC-1E709C5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0E690-0C5D-4DC3-8576-6E23D8A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grammar visitor、loader、Analyzer、Fix generator、formatter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47D92A-C088-4B91-9B10-49D6FBB8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0F72E-E61C-4243-ADEA-ECD4BC5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C2966-2D84-4DD5-BEF6-F56A564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FFB23-A1E5-41B9-B9E1-52E66402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 rules/functions → AST → symbol table → diagnostics / fix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EBBFB-A334-4F78-B5A5-F96B26B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670CD-018E-4873-93B5-AD554361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F520EA-27BF-4488-8FD5-106E3251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E2E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D19C9D-547C-4D11-B5EF-FB29C24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Pipeline 19/19；CliMain 34/34；三格式、退出码、非 DSL 跳过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4D016F-DB8D-46F2-8A34-317D764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92366F-B255-4E5D-96F7-23A144EF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716F3A-76A5-43D4-A5AB-C97B930C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E80296-76E0-45B1-91F6-521D0108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911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clean、规则、类型引用、嵌套命令、复杂表达式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E5638D-E61C-4968-AD19-C531A9D7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45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599C69-BCBF-475B-AEBC-95E341CA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07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当前自动化薄弱处：main Editor 仅 1 个 lexer 测试；LSP 分支 22 个测试尚未覆盖 client 生命周期、semantic tokens 与多编辑器协议。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FF9AAC-704C-4682-BDD5-059DC94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fresh Gradle test XML；四个过期断言测试文件已同步到当前生产策略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6CF967-5ECD-4D08-833C-689A7BD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43913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89050-F080-412A-897D-B0A88A36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637F3-2426-4D49-ADE2-7E6370EC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五组 fixture 串起无误报、规则、类型、嵌套与复杂表达式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CA75C-98D5-470C-BCF9-E7C0700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6BDEA-5B65-453B-903E-6052CFE6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EEA11-BEF3-4C00-AC37-9CEC601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87F94-5E22-4642-B86C-052E6643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1BAC0-C2CC-4480-8241-425C4189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66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覆盖的端到端行为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B7E5B-5A96-4907-85E5-8F5E466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现场展示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6A84D-F894-440F-B650-044A0A2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B4A29-D2E7-46FB-8C5A-FEB1468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clean/lockscreen_valid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03378-BD21-4315-822C-762C331C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0E / 0W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DB0DD-9088-47AA-9745-AC97C6F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85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合法规则、sin(0)、#hour24，无误报基线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B8960-3DCE-4F93-8571-94F3576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Editor 着色 + CLI exit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D8F77-1A26-4D70-A7C2-9D692350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EB46F-6868-4C8E-B4F5-3D68C93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wallpaper_constraint_enum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91D26-CE38-4A30-ADBC-D34BEA8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5E / 1W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46D05-FE73-4DA5-B22F-4F7F7E5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constraint、src/srcExp、范围、枚举、严重度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19601-BA2D-4406-936A-D5B3FFB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Terminal → JSON → Markdown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5AEDF-D37A-49EC-9B97-382D81B8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lockscreen_type_and_ref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6650D-496F-470E-B67D-2934BA0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5AB26-5389-4610-9ED4-4B9F672D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重复声明、未定义引用、函数参数、类型不匹配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E3EA0-51A3-43FB-8069-5C2121E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Editor 红线 / 跳转 + CLI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EA187-0BE2-49E0-8D51-5FC37831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E6E31-B056-43C8-BDE1-FB13B048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charging_skin_cmd_nest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474C9-C564-4BCB-A200-74F2BF9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290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44DFE-9DE0-47D1-B4D4-5FF6B222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29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嵌套、scope、命令互斥、Trigger、修复候选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35709-4041-4EE1-B404-FC76D59E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两条互斥修复建议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3DD2A-763A-4BB6-BABF-6EADCAAD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complex/expression_syntax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344D8-0A90-4099-83C2-36E3D515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9E / 2W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78C4B-8684-4B3D-AB46-18FE7C1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-#var、精度、引号、花括号、ANTLR、函数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A56BA-3A91-40C6-96A9-06267AA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表达式注入 + 混合诊断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692C3-633C-4520-9845-2A10BAD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59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AF7962-EC82-4282-AD0C-EE4E2BF0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1AFA8-D38C-4ADE-901D-E6AB41D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0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java -jar dsl-analyzer.jar --format json &lt;fixture&gt;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46B68-0419-4245-8929-B7B3C55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292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Editor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D3F4A3-8A88-4546-8F0A-224B5A9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102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复制并重命名为 script_*.xml 后打开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48D14B-DAC3-427B-BE71-3950B8A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建议顺序：clean → wallpaper 三格式 → type/ref Editor → expression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B026E-FC3F-416A-A484-D8B1F80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fixture 路径：feature/analysis/src/test/resources/fixtures；直接运行 Fat JAR 不触发 plugin 构建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86EA7-91F0-4FFA-9567-D317136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643262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C4DE5-03E0-4FA5-BFBC-B3097E8C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NEXT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D89BB-864E-4E53-8265-0C103694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下一阶段聚焦功能深度、性能、扩展性与跨端测试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FA264-7D84-418A-B56A-DF178FF8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0E3E6-746D-455F-B6F3-F92F38EC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200A4-A21D-41E3-904C-768EE70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FA748-7A83-4715-9744-55624C95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功能闭环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D33F-5CC0-4ACB-A2CA-2F3D8E9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3783F-6DC8-4636-BFCA-B82AA78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38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SyntaxChecker 生产接线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Fix registry 生产初始化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Editor Quick Fix / ToolWindow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CLI 参数语义补齐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Editor 函数类型诊断对齐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9F20B-DC7A-4F64-9F8C-81B1281C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457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531B8-27BC-4956-BF19-61DF7730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LSP 与扩展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F049-EBB7-44B2-AC52-895E60C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D673-B83E-4FB7-B694-5299AB3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2038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codeAction / 导航 / 重命名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规则/函数热更新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Analyzer / Fix 自动发现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规则编辑 UI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多客户端适配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26C29-FA0A-46FF-947F-1AA5B5A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137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6FDC0-70CC-40FF-AD30-9186348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性能工程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85236-3F9B-4693-ACB5-B2ECC0E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3FD65-A21E-4320-904A-79F77CF3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2038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单文件 / 100 文件基线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Editor 后台增量分析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表达式 / AST 缓存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LSP 增量同步与 AST 复用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真实编辑延迟采样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5FEAA-2112-410D-9FD1-DE98C19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C0128-C047-4C56-9AB3-0590430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更高覆盖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1B8C3-BC33-48B4-AAEA-E93EA7F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7DCB0-9933-455E-9148-8509298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2038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IntelliJ 行为测试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LSP client 生命周期 E2E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main/LSP 共用契约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clean/negative/真实仓扩展</a:t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性能回归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30F14-223E-41FC-A054-B46C3DB9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32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D9419-0277-4DDA-83A4-CB7E359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优先原则：先补用户可见的功能闭环，再扩大真实场景与性能边界；Editor 与 LSP 保持并行验证。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BE0D4-F60F-4B3B-B9A0-93EE8E8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方向来源：docs/architecture、PRD/TDD 与当前代码差异；不限定固定周数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DF9C3-F7A9-466A-BA43-7DB421D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1507684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E11DB-D66F-4998-B8BA-C992F65C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APPENDIX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77E37-93D1-4921-9635-9E4BABCA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架构模块按真实实现归档，而不是按设计文档默认完成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89EFA-3543-4DD8-B5F4-DF6BC34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6D7FA-A75D-46C9-832C-AA7C97C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D57F2-D5F3-4C26-B8E0-5E80BC0D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74C4B-F3E8-4246-845C-AC51D29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FFB8-6465-4571-A01C-8260F6AD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4668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当前已实现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61B4-6019-4B61-8FD2-8668FD9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继续推进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806C7-9773-4C69-B25E-4892F832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17FB4-A6A1-4B43-B51B-70787DFB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M0–M2 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95B6F-62B9-417F-ACF8-E0DFB67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28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0142A-0E44-47C3-BAF2-7265439D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288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grammar、函数、文件识别、JSON 规则库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822FB-8C37-4530-9D71-49624B22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288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热更新、规则编辑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5BAAC-84CA-43FC-A145-C4A96F8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9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FF10D-D805-4783-A733-4DB701B7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M3 AST / 语法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264A2-BF75-4A8C-A169-D9E41056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860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部分完成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69D88-F556-41AE-9FED-AE95C4F5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StAX AST、表达式嵌入、XML 错误节点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679C8-A80B-4178-B7F7-CBFB6FB0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 SyntaxChecker 生产接线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F8F87-AAE0-4909-8D52-060FDDFF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M4 语义 / 类型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A48F3-BB61-42BF-9832-906DE0C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主体完成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F0B31-587F-4A85-803F-6724A75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 Analyzer、SymbolTable、Rule DSL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1333F-97F7-4E31-B52B-EEF2972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继承链、通用重复 ID、完整引用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AF818-6D9A-40CB-BB3B-58C5CB2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59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3B489-B535-4C17-AEAB-0D1065D2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M5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01760-C440-45A7-96D4-86AD4CA3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Core 已有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62516-AFB1-4785-99AD-E4D4671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04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 generator、Provider、suggestedFixes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99337-4B57-47B7-810E-97C52D8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registry 生产初始化、Editor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C0BD2-5698-4097-B399-334164C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M6 Editor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31E10-4341-4DFA-B6DA-0C36D43F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576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基础完成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FD6A6-0B6F-476E-9ED0-1C24D7DE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补全、高亮、文档、Annotator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69A2E-9F64-4E19-9799-AF78BD8F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Quick Fix、ToolWindow、右键批量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F7EA4-29EE-470D-9A15-FA21734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59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3335B-AAA1-4C9D-B128-F97D0B65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M7 CLI / 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C711B-30F9-4F42-B407-FC5987EB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EB249-96E4-449F-A2E1-4BFA067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148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批量、三格式、配置、退出码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E7856-ECB2-49CD-99CE-FC4A6CC5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模式/参数语义、性能基线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5CB77C-7E9E-4FA7-A843-B84FDA9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M8 导航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73F586-3D9C-44AF-9CF1-F15FB9F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基础完成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FE5BCC-3AF9-4A10-A5C3-8583F64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跳转、Find Usages、Rename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21BA0-AA45-48C4-B2CD-AE014BE0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作用域精化、批量重命名预览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34523F-DE7D-4FB0-B8E4-DF913A9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59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F4A765-552E-4B4A-9D94-AF4EB4C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PSI 实际实现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F940E6-C7B5-4F52-A312-7FCEEC6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已集成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1A2F59-8E64-4F7E-BA73-5A250D2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plugin/editor 直接映射与 XML PSI 扫描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44EBA2-5CD9-4653-B545-15406079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adapter 文档与代码对齐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266459-84F0-48DF-871E-0C92D05B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LSP 并行线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27333D-5DCD-4393-B4AD-5A8B49E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864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6E4B07-A3A7-43D2-9041-89D5F88F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864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server/client、诊断、补全、Hover、tokens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877DFC-653E-40CB-8DAF-AB8AA86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action/nav/rename、增量、协议测试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96FE5D-EB66-4A58-BFFD-9D631A2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归档依据：docs/Architecture.md、docs/architecture/M0–M8、PSI-Adapter 与 main/origin 分支代码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450B05-68E5-461E-A906-DB8CE0CF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347203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2CF96-D68B-46EC-97AD-4B8B699F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APPENDIX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17F31-20D2-4CAC-A48B-436F435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测试已经恢复全绿；架构文档仍需同步真实实现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AF822-71D6-4A79-806D-BE9DD7B0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2124D-9F58-42DA-AD5E-82A65B1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CFBFC-3FE7-4230-A862-22432851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476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D86EF-ABE7-4AE0-A1BC-D2E806C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7333"/>
                </a:solidFill>
                <a:latin typeface="Microsoft YaHei"/>
                <a:ea typeface="Microsoft YaHei"/>
                <a:cs typeface="Microsoft YaHei"/>
              </a:rPr>
              <a:t>本轮已完成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A1C35-19D0-43E6-BB0B-D7CD7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3943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4 个测试文件同步当前策略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- 函数签名跨上下文回退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- #elem.prop 归类 SEM-REF-001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- duplicateVarNames 覆盖全部重复声明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84 个定向测试全绿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71 suites / 777 tests 全绿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Pipeline E2E 19/19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CLI E2E 34/34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e2e-pipeline 33E/1W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clean 0E/0W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Terminal / JSON / Markdown 真实输出已生成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F498B-D77F-4382-AF1F-9456A274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66873-A1CB-4934-85EE-CB1F87C0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527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E0008"/>
                </a:solidFill>
                <a:latin typeface="Microsoft YaHei"/>
                <a:ea typeface="Microsoft YaHei"/>
                <a:cs typeface="Microsoft YaHei"/>
              </a:rPr>
              <a:t>需要同步的文档口径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CD450-ACFC-4D58-95E8-2B7CB24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5276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文档多处写 SAX；实际 AstBuilder 使用 StAX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文档中的统一 DslPsiBridge / ToolWindow / QuickFix UI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并非 main 当前实现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syntax-only、semantic-only、quiet、verbose、type-check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的文档语义与生产消费不完全一致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Editor 当前直接 plugin/editor + XML PSI 映射；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函数库未进入诊断 RuleRepository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LSP 文档落后于 semantic tokens 与 22 个分支测试，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 且‘替代 Editor’不符合并行探索口径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docs/Architecture.md 的文档状态与链接需要更新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D66A1-4D8F-4D09-8AA5-23E2117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38750"/>
            <a:ext cx="527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DB11E-ED0F-453C-9E51-A77435A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完整归档见 docs/…当前阶段开发总结_2026-07-14.md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8AE11-1323-4AD7-AD16-3D20332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工作区：仅 4 个测试文件为本轮代码修改；报告与演示产物位于 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613D2-7011-4D7C-B16A-556AC26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055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内部技术汇报 · 2026-07-14</a:t>
            </a:r>
          </a:p>
        </p:txBody>
      </p:sp>
    </p:spTree>
    <p:extLst>
      <p:ext uri="{BB962C8B-B14F-4D97-AF65-F5344CB8AC3E}">
        <p14:creationId xmlns:p14="http://schemas.microsoft.com/office/powerpoint/2010/main" val="2069171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2026-07-14T00:25:03.9680000Z</dcterms:created>
  <dcterms:modified xsi:type="dcterms:W3CDTF">2026-07-14T00:25:03.9680000Z</dcterms:modified>
</coreProperties>
</file>